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482128bcb404d" /><Relationship Type="http://schemas.openxmlformats.org/officeDocument/2006/relationships/extended-properties" Target="/docProps/app.xml" Id="R9095e79037974c92" /><Relationship Type="http://schemas.openxmlformats.org/officeDocument/2006/relationships/officeDocument" Target="/ppt/presentation.xml" Id="Rc45e26cd6b084d37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39b0b8fb76f4b1d"/>
  </p:sldMasterIdLst>
  <p:notesMasterIdLst>
    <p:notesMasterId xmlns:r="http://schemas.openxmlformats.org/officeDocument/2006/relationships" r:id="Rd65b8a98f4ff4617"/>
  </p:notesMasterIdLst>
  <p:sldIdLst>
    <p:sldId xmlns:r="http://schemas.openxmlformats.org/officeDocument/2006/relationships" id="256" r:id="R95ee243bf2594ba6"/>
    <p:sldId xmlns:r="http://schemas.openxmlformats.org/officeDocument/2006/relationships" id="257" r:id="R3801ec7ec6d4482b"/>
    <p:sldId xmlns:r="http://schemas.openxmlformats.org/officeDocument/2006/relationships" id="258" r:id="R50b0e137c2eb4801"/>
    <p:sldId xmlns:r="http://schemas.openxmlformats.org/officeDocument/2006/relationships" id="259" r:id="R164639d2235844f2"/>
    <p:sldId xmlns:r="http://schemas.openxmlformats.org/officeDocument/2006/relationships" id="260" r:id="R41c5b87a2b6c4eb4"/>
    <p:sldId xmlns:r="http://schemas.openxmlformats.org/officeDocument/2006/relationships" id="261" r:id="R76b8a676ba184469"/>
    <p:sldId xmlns:r="http://schemas.openxmlformats.org/officeDocument/2006/relationships" id="262" r:id="R79fb04bd57364c10"/>
    <p:sldId xmlns:r="http://schemas.openxmlformats.org/officeDocument/2006/relationships" id="263" r:id="R240b444cf45e49b8"/>
    <p:sldId xmlns:r="http://schemas.openxmlformats.org/officeDocument/2006/relationships" id="264" r:id="R9200c861f8684799"/>
    <p:sldId xmlns:r="http://schemas.openxmlformats.org/officeDocument/2006/relationships" id="265" r:id="R5534d4da863e4b57"/>
    <p:sldId xmlns:r="http://schemas.openxmlformats.org/officeDocument/2006/relationships" id="266" r:id="R7ab25325e38e438f"/>
    <p:sldId xmlns:r="http://schemas.openxmlformats.org/officeDocument/2006/relationships" id="267" r:id="Rd8987099db6c4020"/>
    <p:sldId xmlns:r="http://schemas.openxmlformats.org/officeDocument/2006/relationships" id="268" r:id="Rb56d9dcf077c4032"/>
    <p:sldId xmlns:r="http://schemas.openxmlformats.org/officeDocument/2006/relationships" id="269" r:id="Rfeaa6ca1b3744538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3f42cb4db5174476"/>
      <p:bold xmlns:r="http://schemas.openxmlformats.org/officeDocument/2006/relationships" r:id="Rc8856427b20b4e50"/>
      <p:italic xmlns:r="http://schemas.openxmlformats.org/officeDocument/2006/relationships" r:id="R060fdfabe6cb47d4"/>
      <p:boldItalic xmlns:r="http://schemas.openxmlformats.org/officeDocument/2006/relationships" r:id="Rbb23b310a23b4cc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5e12edebb84ab8" /><Relationship Type="http://schemas.openxmlformats.org/officeDocument/2006/relationships/slideMaster" Target="/ppt/slideMasters/slideMaster1.xml" Id="R639b0b8fb76f4b1d" /><Relationship Type="http://schemas.openxmlformats.org/officeDocument/2006/relationships/notesMaster" Target="/ppt/notesMasters/notesMaster1.xml" Id="Rd65b8a98f4ff4617" /><Relationship Type="http://schemas.openxmlformats.org/officeDocument/2006/relationships/presProps" Target="/ppt/presProps.xml" Id="R85ed91ec3b4a47a2" /><Relationship Type="http://schemas.openxmlformats.org/officeDocument/2006/relationships/viewProps" Target="/ppt/viewProps.xml" Id="R8b7f5d8cb4514669" /><Relationship Type="http://schemas.openxmlformats.org/officeDocument/2006/relationships/tableStyles" Target="/ppt/tableStyles.xml" Id="Ra52e4bb9398e414f" /><Relationship Type="http://schemas.openxmlformats.org/officeDocument/2006/relationships/font" Target="/ppt/fonts/font.dat" Id="R3f42cb4db5174476" /><Relationship Type="http://schemas.openxmlformats.org/officeDocument/2006/relationships/font" Target="/ppt/fonts/font2.dat" Id="Rc8856427b20b4e50" /><Relationship Type="http://schemas.openxmlformats.org/officeDocument/2006/relationships/font" Target="/ppt/fonts/font3.dat" Id="R060fdfabe6cb47d4" /><Relationship Type="http://schemas.openxmlformats.org/officeDocument/2006/relationships/font" Target="/ppt/fonts/font4.dat" Id="Rbb23b310a23b4cc4" /><Relationship Type="http://schemas.openxmlformats.org/officeDocument/2006/relationships/slide" Target="/ppt/slides/slide1.xml" Id="R95ee243bf2594ba6" /><Relationship Type="http://schemas.openxmlformats.org/officeDocument/2006/relationships/slide" Target="/ppt/slides/slide2.xml" Id="R3801ec7ec6d4482b" /><Relationship Type="http://schemas.openxmlformats.org/officeDocument/2006/relationships/slide" Target="/ppt/slides/slide3.xml" Id="R50b0e137c2eb4801" /><Relationship Type="http://schemas.openxmlformats.org/officeDocument/2006/relationships/slide" Target="/ppt/slides/slide4.xml" Id="R164639d2235844f2" /><Relationship Type="http://schemas.openxmlformats.org/officeDocument/2006/relationships/slide" Target="/ppt/slides/slide5.xml" Id="R41c5b87a2b6c4eb4" /><Relationship Type="http://schemas.openxmlformats.org/officeDocument/2006/relationships/slide" Target="/ppt/slides/slide6.xml" Id="R76b8a676ba184469" /><Relationship Type="http://schemas.openxmlformats.org/officeDocument/2006/relationships/slide" Target="/ppt/slides/slide7.xml" Id="R79fb04bd57364c10" /><Relationship Type="http://schemas.openxmlformats.org/officeDocument/2006/relationships/slide" Target="/ppt/slides/slide8.xml" Id="R240b444cf45e49b8" /><Relationship Type="http://schemas.openxmlformats.org/officeDocument/2006/relationships/slide" Target="/ppt/slides/slide9.xml" Id="R9200c861f8684799" /><Relationship Type="http://schemas.openxmlformats.org/officeDocument/2006/relationships/slide" Target="/ppt/slides/slide10.xml" Id="R5534d4da863e4b57" /><Relationship Type="http://schemas.openxmlformats.org/officeDocument/2006/relationships/slide" Target="/ppt/slides/slide11.xml" Id="R7ab25325e38e438f" /><Relationship Type="http://schemas.openxmlformats.org/officeDocument/2006/relationships/slide" Target="/ppt/slides/slide12.xml" Id="Rd8987099db6c4020" /><Relationship Type="http://schemas.openxmlformats.org/officeDocument/2006/relationships/slide" Target="/ppt/slides/slide13.xml" Id="Rb56d9dcf077c4032" /><Relationship Type="http://schemas.openxmlformats.org/officeDocument/2006/relationships/slide" Target="/ppt/slides/slide14.xml" Id="Rfeaa6ca1b37445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2d89139b334f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e054a7aa1b44ef" /><Relationship Type="http://schemas.openxmlformats.org/officeDocument/2006/relationships/notesMaster" Target="/ppt/notesMasters/notesMaster1.xml" Id="R3edb0215a39643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8d68d8823541ae" /><Relationship Type="http://schemas.openxmlformats.org/officeDocument/2006/relationships/notesMaster" Target="/ppt/notesMasters/notesMaster1.xml" Id="R6cf7e5e7555342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067b65b55489c" /><Relationship Type="http://schemas.openxmlformats.org/officeDocument/2006/relationships/notesMaster" Target="/ppt/notesMasters/notesMaster1.xml" Id="Reafbeeb2de4f4a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dae520bf424c01" /><Relationship Type="http://schemas.openxmlformats.org/officeDocument/2006/relationships/notesMaster" Target="/ppt/notesMasters/notesMaster1.xml" Id="R4920c60e348145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c541f8184e4a4b" /><Relationship Type="http://schemas.openxmlformats.org/officeDocument/2006/relationships/notesMaster" Target="/ppt/notesMasters/notesMaster1.xml" Id="R9271c308869a45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8ee04696e494b29" /><Relationship Type="http://schemas.openxmlformats.org/officeDocument/2006/relationships/notesMaster" Target="/ppt/notesMasters/notesMaster1.xml" Id="R277c32b207a247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55bf213c7647e2" /><Relationship Type="http://schemas.openxmlformats.org/officeDocument/2006/relationships/notesMaster" Target="/ppt/notesMasters/notesMaster1.xml" Id="R563b7e55956649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601108b4f54c84" /><Relationship Type="http://schemas.openxmlformats.org/officeDocument/2006/relationships/notesMaster" Target="/ppt/notesMasters/notesMaster1.xml" Id="Rc5e812c156b044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d78995b3eb4975" /><Relationship Type="http://schemas.openxmlformats.org/officeDocument/2006/relationships/notesMaster" Target="/ppt/notesMasters/notesMaster1.xml" Id="R63b49fe0075e49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9ba9ac105f94825" /><Relationship Type="http://schemas.openxmlformats.org/officeDocument/2006/relationships/notesMaster" Target="/ppt/notesMasters/notesMaster1.xml" Id="R428ef186a9214d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43d261c1c64efb" /><Relationship Type="http://schemas.openxmlformats.org/officeDocument/2006/relationships/notesMaster" Target="/ppt/notesMasters/notesMaster1.xml" Id="R7e723c90d1da4d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b029b1a80f4743" /><Relationship Type="http://schemas.openxmlformats.org/officeDocument/2006/relationships/notesMaster" Target="/ppt/notesMasters/notesMaster1.xml" Id="Rc30c2c257e7744d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82720069b142fe" /><Relationship Type="http://schemas.openxmlformats.org/officeDocument/2006/relationships/notesMaster" Target="/ppt/notesMasters/notesMaster1.xml" Id="R7372df5e35d14c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23a72b66ba546c4" /><Relationship Type="http://schemas.openxmlformats.org/officeDocument/2006/relationships/notesMaster" Target="/ppt/notesMasters/notesMaster1.xml" Id="Redc4c44b5d9c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fictional Northstar organization. The project demonstrates a local IT support workflow. The photograph belongs to the selected Simple Dark Mode template and serves as decorative artwork.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Explain the business problem without claiming measured productivity gains. No real enterprise integration is required by the supplied brief.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 store.py to show search, lookup and create. These are actual SQLite-backed functions. The shared LangGraph tools node dispatches the selected function.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ops_assistant/agent.py. Diagram: docs/architecture.mmd. LangGraph reference: https://docs.langchain.com/oss/python/langgraph/graph-api . Explain START, decision, conditional edges, prepare/tools, response and END.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ops_assistant/router.py. API reference: https://openrouter.ai/docs/guides/features/tool-calling . The SDK uses the OpenRouter base URL and requests a required function call. The app validates exactly one call and permits one correction for malformed output. Tool choice is required, with answer and clarify schemas for no-tool behavior. Actual tool results are formatted locally.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Assistant.state and app.py. History is bounded to 20 turns. A profile change replaces the assistant. There is no durable LangGraph checkpointer, so server restart or session loss removes conversation memory.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Please raise a ticket, then My printer prints blank pages, then confirm. There is no write during draft preparation. The exact confirm message uses the existing draft and bypasses the LLM.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data/seed.json and store.py. Duplicate scope is employee plus normalized description. Case, punctuation and whitespace normalize away. Paraphrased issues can still produce separate tickets. Tickets use UTC timestamps and generated IDs.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tests/test_assistant.py. The model cannot select employee identity through its function arguments. The profile selector remains a local demo feature, not authentication. SQL parameters and transaction boundaries protect database operations.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app.py. During the live demonstration expand Tool results and workflow. Responses use text rendering so stored content does not become executable markup. LLM mode discloses provider transmission.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Evidence: docs/VALIDATION.md, tests/, docs/demo-transcript.txt. Run: 36 passed in 44.59 seconds on 13 September 2026, Windows with Python 3.12. Five live acceptance checks passed using openrouter/free, recorded in docs/live-check.json. The small sample does not establish broad model accuracy or production performance.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docs/DEMO_GUIDE.md for the complete seven-minute walkthrough, including missing data, cancellation, reset and employee isolation. Configure LLM mode for the GenAI criterion. A transcript does not replace the required live demonstration or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Source: docs/OPERATIONS.md. Describe this as a tested local submission with production-oriented practices. Do not claim internet-facing production readiness. Lexical retrieval and exact duplicate detection are documented limitations.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package includes README, sample data, configuration, architecture and tests. Repository: https://github.com/rasingod/ai-operations-assistant . Five live OpenRouter acceptance checks passed. Deliver the live assessment using the supplied guide. Keep API credentials local.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dc61c345b4c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94a8802c84b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c3c098e3324f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67f9d886f4f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0ef6ba8904c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4250faeba34a9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1afbc4721f48b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7af2b81830453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6cf71bc7014284" /><Relationship Type="http://schemas.openxmlformats.org/officeDocument/2006/relationships/slideLayout" Target="/ppt/slideLayouts/slideLayout1.xml" Id="Re26cdb4b92eb4a26" /><Relationship Type="http://schemas.openxmlformats.org/officeDocument/2006/relationships/slideLayout" Target="/ppt/slideLayouts/slideLayout2.xml" Id="R86377923f1954ba9" /><Relationship Type="http://schemas.openxmlformats.org/officeDocument/2006/relationships/slideLayout" Target="/ppt/slideLayouts/slideLayout3.xml" Id="R3041c516afc541a1" /><Relationship Type="http://schemas.openxmlformats.org/officeDocument/2006/relationships/slideLayout" Target="/ppt/slideLayouts/slideLayout4.xml" Id="Ra8699fa99a7340fc" /><Relationship Type="http://schemas.openxmlformats.org/officeDocument/2006/relationships/slideLayout" Target="/ppt/slideLayouts/slideLayout5.xml" Id="R44fb4c4806ea4a9b" /><Relationship Type="http://schemas.openxmlformats.org/officeDocument/2006/relationships/slideLayout" Target="/ppt/slideLayouts/slideLayout6.xml" Id="Re4091c063d1f4e2a" /><Relationship Type="http://schemas.openxmlformats.org/officeDocument/2006/relationships/slideLayout" Target="/ppt/slideLayouts/slideLayout7.xml" Id="R8fae418e545e43c1" /><Relationship Type="http://schemas.openxmlformats.org/officeDocument/2006/relationships/slideLayout" Target="/ppt/slideLayouts/slideLayout8.xml" Id="R14257528c3074ad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6cdb4b92eb4a26"/>
    <p:sldLayoutId xmlns:r="http://schemas.openxmlformats.org/officeDocument/2006/relationships" id="2147483650" r:id="R86377923f1954ba9"/>
    <p:sldLayoutId xmlns:r="http://schemas.openxmlformats.org/officeDocument/2006/relationships" id="2147483651" r:id="R3041c516afc541a1"/>
    <p:sldLayoutId xmlns:r="http://schemas.openxmlformats.org/officeDocument/2006/relationships" id="2147483652" r:id="Ra8699fa99a7340fc"/>
    <p:sldLayoutId xmlns:r="http://schemas.openxmlformats.org/officeDocument/2006/relationships" id="2147483653" r:id="R44fb4c4806ea4a9b"/>
    <p:sldLayoutId xmlns:r="http://schemas.openxmlformats.org/officeDocument/2006/relationships" id="2147483654" r:id="Re4091c063d1f4e2a"/>
    <p:sldLayoutId xmlns:r="http://schemas.openxmlformats.org/officeDocument/2006/relationships" id="2147483655" r:id="R8fae418e545e43c1"/>
    <p:sldLayoutId xmlns:r="http://schemas.openxmlformats.org/officeDocument/2006/relationships" id="2147483656" r:id="R14257528c3074ad9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920f4a26c84053" /><Relationship Type="http://schemas.openxmlformats.org/officeDocument/2006/relationships/image" Target="/ppt/media/image.png" Id="R852b42e27f6644c8" /><Relationship Type="http://schemas.openxmlformats.org/officeDocument/2006/relationships/notesSlide" Target="/ppt/notesSlides/notesSlide1.xml" Id="R2e62f1e631d84e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66071fca6045a4" /><Relationship Type="http://schemas.openxmlformats.org/officeDocument/2006/relationships/notesSlide" Target="/ppt/notesSlides/notesSlide2.xml" Id="R09501e9e8e5d44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89a6c893dc458b" /><Relationship Type="http://schemas.openxmlformats.org/officeDocument/2006/relationships/notesSlide" Target="/ppt/notesSlides/notesSlide3.xml" Id="Rb2448309107144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65c9ac0bf4b4b" /><Relationship Type="http://schemas.openxmlformats.org/officeDocument/2006/relationships/notesSlide" Target="/ppt/notesSlides/notesSlide4.xml" Id="Rf472c48597e14c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98b0350f834c83" /><Relationship Type="http://schemas.openxmlformats.org/officeDocument/2006/relationships/notesSlide" Target="/ppt/notesSlides/notesSlide5.xml" Id="R92d14c6a802b4a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1667460d9d4fda" /><Relationship Type="http://schemas.openxmlformats.org/officeDocument/2006/relationships/notesSlide" Target="/ppt/notesSlides/notesSlide6.xml" Id="Ra1ec72177a8443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c93620abf44ca" /><Relationship Type="http://schemas.openxmlformats.org/officeDocument/2006/relationships/notesSlide" Target="/ppt/notesSlides/notesSlide7.xml" Id="Rcd21fbe8df5b46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a026baa2b241ff" /><Relationship Type="http://schemas.openxmlformats.org/officeDocument/2006/relationships/notesSlide" Target="/ppt/notesSlides/notesSlide8.xml" Id="R8ab5e6077b2541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e4d603c9b949b4" /><Relationship Type="http://schemas.openxmlformats.org/officeDocument/2006/relationships/notesSlide" Target="/ppt/notesSlides/notesSlide9.xml" Id="R19311f3a37af45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e7c91e9a5742d6" /><Relationship Type="http://schemas.openxmlformats.org/officeDocument/2006/relationships/notesSlide" Target="/ppt/notesSlides/notesSlide10.xml" Id="R3c8c410e7b094e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bfbe3076c84235" /><Relationship Type="http://schemas.openxmlformats.org/officeDocument/2006/relationships/notesSlide" Target="/ppt/notesSlides/notesSlide11.xml" Id="Re5174ddd903841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14f4f7e6e04799" /><Relationship Type="http://schemas.openxmlformats.org/officeDocument/2006/relationships/notesSlide" Target="/ppt/notesSlides/notesSlide12.xml" Id="Reb9ca964530643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5416222aa4e4e" /><Relationship Type="http://schemas.openxmlformats.org/officeDocument/2006/relationships/notesSlide" Target="/ppt/notesSlides/notesSlide13.xml" Id="Rec093896ec37440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bd127b5004fd7" /><Relationship Type="http://schemas.openxmlformats.org/officeDocument/2006/relationships/notesSlide" Target="/ppt/notesSlides/notesSlide14.xml" Id="R6bf55e81da0940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15733" y="1907316"/>
            <a:ext cx="7174888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rPr sz="6200"/>
              <a:t>AI Operations</a:t>
            </a:r>
          </a:p>
          <a:p xmlns:a="http://schemas.openxmlformats.org/drawingml/2006/main">
            <a:r>
              <a:rPr sz="6200"/>
              <a:t>Assistant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5733" y="5264722"/>
            <a:ext cx="6910483" cy="1080246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95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Rajat Singodia</a:t>
            </a:r>
          </a:p>
          <a:p xmlns:a="http://schemas.openxmlformats.org/drawingml/2006/main">
            <a:pPr>
              <a:defRPr sz="19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95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Northstar IT Support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34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Project 3 · Agentic AI</a:t>
            </a:r>
          </a:p>
        </p:txBody>
      </p:sp>
      <p:pic>
        <p:nvPicPr>
          <p:cNvPr id="11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b42e27f6644c8"/>
          <a:srcRect xmlns:a="http://schemas.openxmlformats.org/drawingml/2006/main" l="8269" t="0" r="8269" b="0"/>
          <a:stretch xmlns:a="http://schemas.openxmlformats.org/drawingml/2006/main"/>
        </p:blipFill>
        <p:spPr>
          <a:xfrm xmlns:a="http://schemas.openxmlformats.org/drawingml/2006/main">
            <a:off x="7899094" y="0"/>
            <a:ext cx="4292906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Problem and project scope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Employee support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Employees need IT instructions and reliable ticket updates.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 chat interface makes these local services accessible through natural language.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Local implementation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Python, LangGraph, Streamlit and SQLite.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The scope follows the assignment: fictional data and achievable local execution.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support tools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Knowledge search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Search article titles and tags.</a:t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  <a:endParaRPr sz="18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Return guidance with article IDs.</a:t>
            </a:r>
            <a:endParaRPr sz="18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Ticket creation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Validate a confirmed draft.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8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Create or reuse an active ticket.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Ticket lookup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Read tickets for the selected employee.</a:t>
            </a:r>
          </a:p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  <a:p xmlns:a="http://schemas.openxmlformats.org/drawingml/2006/main">
            <a:pPr marL="0" indent="0">
              <a:buNone/>
              <a:def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75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Display stored status and ID.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LangGraph architecture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Decision and routing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The planner chooses a function.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Conditional edges route to draft preparation, tool execution or response.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Execution and response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Local tools access SQLite.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The response node formats actual results. Conversation state returns to the next turn.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OpenRouter function calling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OpenRouter planner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An OpenAI-compatible SDK connects to OpenRouter.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The model receives the current request and bounded conversation context.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Application control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Strict function schemas and Pydantic validate arguments.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Employee scope and write confirmation stay in application code.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Conversation state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Retained across turns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Employee ID and recent history.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Pending creation intent, ticket draft, latest result and workflow trace.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Lifecycle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Streamlit retains the assistant in its browser session.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Reset discards the draft. Saved SQLite tickets remain.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Ticket creation workflow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1. COLLECT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2. REVIEW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3. COMMIT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Draft confirmation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Show title and description. Wait for confirm or cancel.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Issue details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Ask for missing information and retain creation intent.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Validated write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Check duplicates within a transaction and return the ID.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Data and duplicate protection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Fictional sample data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3 employees, 6 articles and 3 tickets.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Startup seeds the SQLite database without duplicating existing records.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Atomic writes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Normalize the description and compute a fingerprint.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 unique active-ticket index prevents simultaneous duplicate inserts.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Safety and failure handling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Before an action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Reject malformed model calls.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Validate employee and field lengths. Require confirmation for a draft.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When a dependency fails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Return a clear error without invented facts.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Bound API retries and record failure categories without logging secrets.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Streamlit experience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Chat workspace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Conversation history, sample prompts and employee selection.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Clear conversation resets temporary state.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Visible actions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Expandable tool results and node traces.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 mode label distinguishes offline rules from the LLM planner.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Verification results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36 tests passed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Graph workflows, storage, model contract and Streamlit chat/reset.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 concurrency test checks 12 requests across 6 workers.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Live OpenRouter checks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All five workflow checks passed with openrouter/free.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Knowledge, lookup, missing details, draft and confirmed creation.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evaluation walkthrough</a:t>
            </a:r>
          </a:p>
        </p:txBody>
      </p:sp>
      <p:cxnSp>
        <p:nvCxnSpPr>
          <p:cNvPr id="23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3373753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3320203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GUIDANCE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87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TICKET STATUS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49" y="2843266"/>
            <a:ext cx="1612900" cy="2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35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NEW ISSUE</a:t>
            </a:r>
          </a:p>
        </p:txBody>
      </p:sp>
      <p:sp>
        <p:nvSpPr>
          <p:cNvPr id="8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0EE3B6B-F07C-271E-2F97-41D7686F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8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Laptop issue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Show IT-1001 and the stored In progress status.</a:t>
            </a:r>
          </a:p>
        </p:txBody>
      </p:sp>
      <p:sp>
        <p:nvSpPr>
          <p:cNvPr id="15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3EA0E10-C778-6971-AFB5-9B9B52B0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73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VPN password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Show a retrieved article and its source ID.</a:t>
            </a:r>
          </a:p>
        </p:txBody>
      </p:sp>
      <p:sp>
        <p:nvSpPr>
          <p:cNvPr id="1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A9F39A9-7A23-0F85-F761-1AB9FA6B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917" y="3822700"/>
            <a:ext cx="3156125" cy="15862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Printer issue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Collect details, confirm, then repeat to demonstrate reuse.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Deployment boundaries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Included engineering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Configuration, tests, CI, secret exclusions and local persistence.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 reproducible setup and operational guide.</a:t>
            </a:r>
          </a:p>
        </p:txBody>
      </p:sp>
      <p:sp>
        <p:nvSpPr>
          <p:cNvPr id="8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E8F343-A95F-2AAA-FE9E-A6C31E29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618" y="2031999"/>
            <a:ext cx="5537200" cy="35347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Before enterprise use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Add authenticated identity, access control and durable sessions.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21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Verify model quality, monitoring, backups and deployment security.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79AC8B6-148F-970D-D8DE-AD2E0AB19BC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Project submission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A8E1F2E1-786A-48AE-5E52-0072282842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973320"/>
            <a:ext cx="3568700" cy="10802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725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Rajat Singodia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725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GitHub source and project report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725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Live demonstration guide</a:t>
            </a:r>
          </a:p>
          <a:p xmlns:a="http://schemas.openxmlformats.org/drawingml/2006/main">
            <a:pPr>
              <a:defRPr sz="1725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725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Questions and discussion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A94AB779-D110-4562-575A-800C929A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16129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defRPr>
            </a:pPr>
            <a:r>
              <a:rPr sz="1800">
                <a:solidFill>
                  <a:srgbClr val="FFFFFF"/>
                </a:solidFill>
                <a:latin typeface="OpenAI Sans"/>
                <a:ea typeface="OpenAI Sans"/>
                <a:cs typeface="OpenAI Sans"/>
              </a:rPr>
              <a:t>Project 3</a:t>
            </a:r>
          </a:p>
        </p:txBody>
      </p:sp>
    </p:spTree>
    <p:extLst>
      <p:ext uri="{BB962C8B-B14F-4D97-AF65-F5344CB8AC3E}">
        <p14:creationId xmlns:p14="http://schemas.microsoft.com/office/powerpoint/2010/main" val="365367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2026-09-13T06:41:20.8390000Z</dcterms:created>
  <dcterms:modified xsi:type="dcterms:W3CDTF">2026-09-13T06:41:20.9100000Z</dcterms:modified>
</coreProperties>
</file>